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辛晓红</cp:lastModifiedBy>
  <cp:revision>3</cp:revision>
  <dcterms:created xsi:type="dcterms:W3CDTF">2006-08-16T00:00:00Z</dcterms:created>
  <dcterms:modified xsi:type="dcterms:W3CDTF">2026-08-07T12:44:25Z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C56E544503CD44D78E622BE81975045B_12</vt:lpwstr>
  </property>
  <property fmtid="{D5CDD505-2E9C-101B-9397-08002B2CF9AE}" pid="3" name="KSOProductBuildVer">
    <vt:lpwstr>2052-12.1.0.23542</vt:lpwstr>
  </property>
</Properties>
</file>